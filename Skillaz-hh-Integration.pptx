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28f7a296d384570" /><Relationship Type="http://schemas.openxmlformats.org/officeDocument/2006/relationships/extended-properties" Target="/docProps/app.xml" Id="R87425b9a4a9b4dea" /><Relationship Type="http://schemas.openxmlformats.org/officeDocument/2006/relationships/officeDocument" Target="/ppt/presentation.xml" Id="Rb05fb005dad04d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f2e538fcfa3423d"/>
  </p:sldMasterIdLst>
  <p:notesMasterIdLst>
    <p:notesMasterId xmlns:r="http://schemas.openxmlformats.org/officeDocument/2006/relationships" r:id="R9dceda9bf76b4816"/>
  </p:notesMasterIdLst>
  <p:sldIdLst>
    <p:sldId xmlns:r="http://schemas.openxmlformats.org/officeDocument/2006/relationships" id="256" r:id="R232e305760c247b2"/>
    <p:sldId xmlns:r="http://schemas.openxmlformats.org/officeDocument/2006/relationships" id="257" r:id="R3c4463c0a09a4e96"/>
    <p:sldId xmlns:r="http://schemas.openxmlformats.org/officeDocument/2006/relationships" id="258" r:id="R9f2339d9bd51456b"/>
    <p:sldId xmlns:r="http://schemas.openxmlformats.org/officeDocument/2006/relationships" id="259" r:id="Ra2ef08a3cdee4687"/>
    <p:sldId xmlns:r="http://schemas.openxmlformats.org/officeDocument/2006/relationships" id="260" r:id="R2e0c72bb9e4042d9"/>
    <p:sldId xmlns:r="http://schemas.openxmlformats.org/officeDocument/2006/relationships" id="261" r:id="R26a64c26bed84852"/>
    <p:sldId xmlns:r="http://schemas.openxmlformats.org/officeDocument/2006/relationships" id="262" r:id="R73b0e0d9509e4b7e"/>
    <p:sldId xmlns:r="http://schemas.openxmlformats.org/officeDocument/2006/relationships" id="263" r:id="Rf2f850f54b254919"/>
    <p:sldId xmlns:r="http://schemas.openxmlformats.org/officeDocument/2006/relationships" id="264" r:id="Raf094cd6ae8247fa"/>
    <p:sldId xmlns:r="http://schemas.openxmlformats.org/officeDocument/2006/relationships" id="265" r:id="Rab0eaac855b04b54"/>
  </p:sldIdLst>
  <p:sldSz cx="10692384" cy="6007608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485ee0ceea54cbb" /><Relationship Type="http://schemas.openxmlformats.org/officeDocument/2006/relationships/slideMaster" Target="/ppt/slideMasters/slideMaster1.xml" Id="R9f2e538fcfa3423d" /><Relationship Type="http://schemas.openxmlformats.org/officeDocument/2006/relationships/notesMaster" Target="/ppt/notesMasters/notesMaster1.xml" Id="R9dceda9bf76b4816" /><Relationship Type="http://schemas.openxmlformats.org/officeDocument/2006/relationships/presProps" Target="/ppt/presProps.xml" Id="R8b990947d73048ed" /><Relationship Type="http://schemas.openxmlformats.org/officeDocument/2006/relationships/tableStyles" Target="/ppt/tableStyles.xml" Id="R953167db9c5d4dae" /><Relationship Type="http://schemas.openxmlformats.org/officeDocument/2006/relationships/slide" Target="/ppt/slides/slide1.xml" Id="R232e305760c247b2" /><Relationship Type="http://schemas.openxmlformats.org/officeDocument/2006/relationships/slide" Target="/ppt/slides/slide2.xml" Id="R3c4463c0a09a4e96" /><Relationship Type="http://schemas.openxmlformats.org/officeDocument/2006/relationships/slide" Target="/ppt/slides/slide3.xml" Id="R9f2339d9bd51456b" /><Relationship Type="http://schemas.openxmlformats.org/officeDocument/2006/relationships/slide" Target="/ppt/slides/slide4.xml" Id="Ra2ef08a3cdee4687" /><Relationship Type="http://schemas.openxmlformats.org/officeDocument/2006/relationships/slide" Target="/ppt/slides/slide5.xml" Id="R2e0c72bb9e4042d9" /><Relationship Type="http://schemas.openxmlformats.org/officeDocument/2006/relationships/slide" Target="/ppt/slides/slide6.xml" Id="R26a64c26bed84852" /><Relationship Type="http://schemas.openxmlformats.org/officeDocument/2006/relationships/slide" Target="/ppt/slides/slide7.xml" Id="R73b0e0d9509e4b7e" /><Relationship Type="http://schemas.openxmlformats.org/officeDocument/2006/relationships/slide" Target="/ppt/slides/slide8.xml" Id="Rf2f850f54b254919" /><Relationship Type="http://schemas.openxmlformats.org/officeDocument/2006/relationships/slide" Target="/ppt/slides/slide9.xml" Id="Raf094cd6ae8247fa" /><Relationship Type="http://schemas.openxmlformats.org/officeDocument/2006/relationships/slide" Target="/ppt/slides/slide10.xml" Id="Rab0eaac855b04b5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854ed5ae9f14e2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9fb33752f74206" /><Relationship Type="http://schemas.openxmlformats.org/officeDocument/2006/relationships/notesMaster" Target="/ppt/notesMasters/notesMaster1.xml" Id="Rd14db6add3334bb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8eebc4717434a55" /><Relationship Type="http://schemas.openxmlformats.org/officeDocument/2006/relationships/notesMaster" Target="/ppt/notesMasters/notesMaster1.xml" Id="R81db98b9124e4ba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f069fd98c54b97" /><Relationship Type="http://schemas.openxmlformats.org/officeDocument/2006/relationships/notesMaster" Target="/ppt/notesMasters/notesMaster1.xml" Id="Re40eca8ddcc2432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4ac26e959284962" /><Relationship Type="http://schemas.openxmlformats.org/officeDocument/2006/relationships/notesMaster" Target="/ppt/notesMasters/notesMaster1.xml" Id="R9e6bbbf6fc5648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f8698d4abde48d1" /><Relationship Type="http://schemas.openxmlformats.org/officeDocument/2006/relationships/notesMaster" Target="/ppt/notesMasters/notesMaster1.xml" Id="R629a44957aff4ec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ae006dac6724262" /><Relationship Type="http://schemas.openxmlformats.org/officeDocument/2006/relationships/notesMaster" Target="/ppt/notesMasters/notesMaster1.xml" Id="R70c3033dfa3c4e7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f32891c12db4ed4" /><Relationship Type="http://schemas.openxmlformats.org/officeDocument/2006/relationships/notesMaster" Target="/ppt/notesMasters/notesMaster1.xml" Id="R5716fe9f642b448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8c32268fd2d4016" /><Relationship Type="http://schemas.openxmlformats.org/officeDocument/2006/relationships/notesMaster" Target="/ppt/notesMasters/notesMaster1.xml" Id="R13a600bb91a64a1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2c56d22e79d4820" /><Relationship Type="http://schemas.openxmlformats.org/officeDocument/2006/relationships/notesMaster" Target="/ppt/notesMasters/notesMaster1.xml" Id="R697a2838d241480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d51e7f1319e4c8d" /><Relationship Type="http://schemas.openxmlformats.org/officeDocument/2006/relationships/notesMaster" Target="/ppt/notesMasters/notesMaster1.xml" Id="R78c4b9491ce2406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Позиционирование: публичная документация описывает получение результатов ИИ, но не подтверждает готовую интеграцию Skillaz. Проверить токен приложения Skillaz, доступ клиента, наличие ai_assistant в реальном отклике и продуктовый релиз. Не обещать работу в карточке до проверки.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Подтверждены примеры данных neuro_response и neuro_invite. Блок найден в examples; подробной схемы ai_assistant в проверенной спецификации нет. Нужны реальные ответы API, перечень значений, nullable-поля и условия появления блока. Сокращение ручных действий — гипотеза пилота.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Таблица отражает только поля официального примера API. Требуют проверки: показ результата в воронке Skillaz, работа с категориями, отображение подробного разбора, привязка вопросов к полям и автоматическое заполнение карточки. Цитата ответа в API не равна готовому структурированному полю Skillaz.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НЕПОДТВЕРЖДЁННЫЕ ВОЗМОЖНОСТИ: настройка критериев и включение ИИ из Skillaz; запуск доопроса и управление вопросами через API; повторный разбор; получение уведомлений об изменении результатов. Публичные методы управления этими функциями не найдены. Отсутствие в публичной документации не исключает партнёрский API. Проверить периодичность обновлений и условия доступа.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Скриншот сохранён из исходного PDF, слайд 6, как иллюстрация, а не свидетельство проверенной интеграции. Проверить наличие фильтров, счётчиков, названия категорий и сопоставление decision со статусами Skillaz. Не интерпретировать ACCEPT из примера как полный перечень категорий.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Диалог на слайде иллюстративный. Подтверждены question и quote в answers_to_questions_from_employer. Требуют проверки: запуск доопроса из Skillaz, настройка вопросов через API, автоматическое заполнение полей, типизация ответов, разбор неоднозначных ответов, обработка пропусков и повторных ответов.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Скриншот сохранён из исходного PDF, слайд 11. Подтверждены поля критериев is_met, explanation, source. Требуют проверки: ручная смена категории в Skillaz; синхронизация с hh; сохранение ручного решения после повторного анализа; журнал изменений, права и типы событий. Схема истории изменений удалена из основного содержания.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Это план пилота, а не подтверждённый эффект. После технической проверки сравнить сопоставимые вакансии и нагрузку: работа с ИИ непосредственно в hh.ru и через Skillaz. Не приписывать интеграции общий эффект ИИ. Сэкономленные часы не равны гарантированному сокращению расходов.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Слайд 8 заменён с методики пилота на явную таблицу границ подтверждения. Получение данных приложением Skillaz требует проверки; методов управления через публичный API не обнаружено.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НЕПОДТВЕРЖДЁННЫЕ УСЛОВИЯ ОПЛАТЫ: стоимость доступа к ИИ и API hh, входит ли она в тариф Skillaz, учёт уже оплаченных услуг hh, единица тарификации, лимиты, превышения, оплата доопроса, внедрение, сопровождение, SLA. Разделение на внедрение/использование/сопровождение было гипотезой предложения, не утверждённым тарифом. Условия оплаты не вынесены на слайд.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Слайд 9 показывает предлагаемый вариант, а не готовые возможности Skillaz. Запрос по ID отклика не содержит текст резюме; полученные данные и сам идентификатор не следует считать автоматически обезличенными. Отображение оценки и ответов в карточке требует реализации и проверки.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Перед пилотом: получить реальный отклик с завершённым разбором и доопросом, выполнить GET /negotiations/{id} от приложения Skillaz, проверить ai_assistant и сопоставление данных. Запросить у hh документацию партнёрских методов, права, ограничения и коммерческие условия. Сроки, цена пилота, объём, ответственность и критерии приёмки не подтверждены.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ed9b6c07204ab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6661cfa21c45b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53d889ea764ff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d3bd2267a94c3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36d7f8fe7244a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3b6402efd241e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18C8D91-320F-4ECF-BEE7-7AABC48584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69238" y="2269541"/>
            <a:ext cx="8553907" cy="8677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1B5A618-7BAA-475C-AD0B-0A7C275D5A6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603858" y="3304184"/>
            <a:ext cx="7484669" cy="667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84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6723E76-BA19-4388-8CA0-BBFD233553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69238" y="2503170"/>
            <a:ext cx="8553907" cy="1001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64FA09E-B835-4294-B5EA-68237BC687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1447" y="467258"/>
            <a:ext cx="9489491" cy="734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9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729281E-282F-48E3-9A4A-812D85A744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1447" y="1668780"/>
            <a:ext cx="9489491" cy="37380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97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0254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1pPr>
            <a:lvl2pPr marL="46725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2pPr>
            <a:lvl3pPr marL="73426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3pPr>
            <a:lvl4pPr marL="100126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4pPr>
            <a:lvl5pPr marL="126827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5pPr>
            <a:lvl6pPr marL="153527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6pPr>
            <a:lvl7pPr marL="180228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7pPr>
            <a:lvl8pPr marL="2069287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8pPr>
            <a:lvl9pPr marL="233629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9CB5B3E-98D9-4515-82D7-FFCF549F0A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1447" y="467258"/>
            <a:ext cx="9489491" cy="734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9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323C66B-2F6B-4EBC-9A57-3EF4DF83B9A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1447" y="1668780"/>
            <a:ext cx="4410608" cy="37380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4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0254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1pPr>
            <a:lvl2pPr marL="46725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2pPr>
            <a:lvl3pPr marL="73426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3pPr>
            <a:lvl4pPr marL="100126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4pPr>
            <a:lvl5pPr marL="126827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5pPr>
            <a:lvl6pPr marL="153527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6pPr>
            <a:lvl7pPr marL="180228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7pPr>
            <a:lvl8pPr marL="2069287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8pPr>
            <a:lvl9pPr marL="233629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0792C7D-0863-489E-AEBA-E7DDE142014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680329" y="1668780"/>
            <a:ext cx="4410608" cy="37380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4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0254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1pPr>
            <a:lvl2pPr marL="46725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2pPr>
            <a:lvl3pPr marL="73426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3pPr>
            <a:lvl4pPr marL="100126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4pPr>
            <a:lvl5pPr marL="126827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5pPr>
            <a:lvl6pPr marL="153527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6pPr>
            <a:lvl7pPr marL="180228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7pPr>
            <a:lvl8pPr marL="2069287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8pPr>
            <a:lvl9pPr marL="233629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2B7BBD3-F635-45F6-8E36-5A221F4CC1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1447" y="467258"/>
            <a:ext cx="9489491" cy="734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9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84E031C-4307-43B6-8BE9-3A2CB81129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1447" y="1668780"/>
            <a:ext cx="4410608" cy="37380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97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0254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1pPr>
            <a:lvl2pPr marL="46725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2pPr>
            <a:lvl3pPr marL="73426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3pPr>
            <a:lvl4pPr marL="100126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4pPr>
            <a:lvl5pPr marL="126827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5pPr>
            <a:lvl6pPr marL="153527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6pPr>
            <a:lvl7pPr marL="180228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7pPr>
            <a:lvl8pPr marL="2069287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8pPr>
            <a:lvl9pPr marL="233629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fb0958fd32446f" /><Relationship Type="http://schemas.openxmlformats.org/officeDocument/2006/relationships/slideLayout" Target="/ppt/slideLayouts/slideLayout1.xml" Id="R4a9ed6c5c36048d3" /><Relationship Type="http://schemas.openxmlformats.org/officeDocument/2006/relationships/slideLayout" Target="/ppt/slideLayouts/slideLayout2.xml" Id="Rfb309429db044876" /><Relationship Type="http://schemas.openxmlformats.org/officeDocument/2006/relationships/slideLayout" Target="/ppt/slideLayouts/slideLayout3.xml" Id="Rd14c4f9430d64f3c" /><Relationship Type="http://schemas.openxmlformats.org/officeDocument/2006/relationships/slideLayout" Target="/ppt/slideLayouts/slideLayout4.xml" Id="R883f4d8dc5db4585" /><Relationship Type="http://schemas.openxmlformats.org/officeDocument/2006/relationships/slideLayout" Target="/ppt/slideLayouts/slideLayout5.xml" Id="R6e1eb9c9a3d44860" /><Relationship Type="http://schemas.openxmlformats.org/officeDocument/2006/relationships/slideLayout" Target="/ppt/slideLayouts/slideLayout6.xml" Id="Ra8b025aced1c40e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a9ed6c5c36048d3"/>
    <p:sldLayoutId xmlns:r="http://schemas.openxmlformats.org/officeDocument/2006/relationships" id="2147483650" r:id="Rfb309429db044876"/>
    <p:sldLayoutId xmlns:r="http://schemas.openxmlformats.org/officeDocument/2006/relationships" id="2147483651" r:id="Rd14c4f9430d64f3c"/>
    <p:sldLayoutId xmlns:r="http://schemas.openxmlformats.org/officeDocument/2006/relationships" id="2147483652" r:id="R883f4d8dc5db4585"/>
    <p:sldLayoutId xmlns:r="http://schemas.openxmlformats.org/officeDocument/2006/relationships" id="2147483653" r:id="R6e1eb9c9a3d44860"/>
    <p:sldLayoutId xmlns:r="http://schemas.openxmlformats.org/officeDocument/2006/relationships" id="2147483654" r:id="Ra8b025aced1c40e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b622ac10ae4df5" /><Relationship Type="http://schemas.openxmlformats.org/officeDocument/2006/relationships/image" Target="/ppt/media/image.png" Id="Rd004c8e21f0c4fde" /><Relationship Type="http://schemas.openxmlformats.org/officeDocument/2006/relationships/notesSlide" Target="/ppt/notesSlides/notesSlide1.xml" Id="Rbdd5b9f316774c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ecfbf95321434f" /><Relationship Type="http://schemas.openxmlformats.org/officeDocument/2006/relationships/image" Target="/ppt/media/image2.png" Id="R4477525c6c784047" /><Relationship Type="http://schemas.openxmlformats.org/officeDocument/2006/relationships/notesSlide" Target="/ppt/notesSlides/notesSlide2.xml" Id="R56dfa7b7514641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26cd60018d42cf" /><Relationship Type="http://schemas.openxmlformats.org/officeDocument/2006/relationships/image" Target="/ppt/media/image3.png" Id="R4fc508d193c04d84" /><Relationship Type="http://schemas.openxmlformats.org/officeDocument/2006/relationships/notesSlide" Target="/ppt/notesSlides/notesSlide3.xml" Id="Rbbfd07748a304a0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a612ecd908475a" /><Relationship Type="http://schemas.openxmlformats.org/officeDocument/2006/relationships/image" Target="/ppt/media/image4.png" Id="Ra447ab1ef45c498b" /><Relationship Type="http://schemas.openxmlformats.org/officeDocument/2006/relationships/notesSlide" Target="/ppt/notesSlides/notesSlide4.xml" Id="R08684fb43af2413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3c2eb5e9d240bb" /><Relationship Type="http://schemas.openxmlformats.org/officeDocument/2006/relationships/image" Target="/ppt/media/image5.png" Id="R68757374331d4947" /><Relationship Type="http://schemas.openxmlformats.org/officeDocument/2006/relationships/image" Target="/ppt/media/image6.png" Id="R8bf489e30a724145" /><Relationship Type="http://schemas.openxmlformats.org/officeDocument/2006/relationships/notesSlide" Target="/ppt/notesSlides/notesSlide5.xml" Id="R7bf592d7779f4cb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294d23d4c14cd9" /><Relationship Type="http://schemas.openxmlformats.org/officeDocument/2006/relationships/image" Target="/ppt/media/image7.png" Id="R7dcbe91e550e43ed" /><Relationship Type="http://schemas.openxmlformats.org/officeDocument/2006/relationships/notesSlide" Target="/ppt/notesSlides/notesSlide6.xml" Id="Rc1aca24d0724419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f348da83c64e02" /><Relationship Type="http://schemas.openxmlformats.org/officeDocument/2006/relationships/image" Target="/ppt/media/image8.png" Id="R16a4dda0bce84861" /><Relationship Type="http://schemas.openxmlformats.org/officeDocument/2006/relationships/image" Target="/ppt/media/image9.png" Id="R4ff8a55ee8914dbc" /><Relationship Type="http://schemas.openxmlformats.org/officeDocument/2006/relationships/notesSlide" Target="/ppt/notesSlides/notesSlide7.xml" Id="R2c07a6711873424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e634a7a14d45fe" /><Relationship Type="http://schemas.openxmlformats.org/officeDocument/2006/relationships/image" Target="/ppt/media/image10.png" Id="R68feb2a405544677" /><Relationship Type="http://schemas.openxmlformats.org/officeDocument/2006/relationships/notesSlide" Target="/ppt/notesSlides/notesSlide8.xml" Id="R1e3691e43fd24d4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88d38969764ae5" /><Relationship Type="http://schemas.openxmlformats.org/officeDocument/2006/relationships/image" Target="/ppt/media/image11.png" Id="Re43aba2eaf0e491a" /><Relationship Type="http://schemas.openxmlformats.org/officeDocument/2006/relationships/notesSlide" Target="/ppt/notesSlides/notesSlide9.xml" Id="Rc7d1380de37e40b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8054406b83420b" /><Relationship Type="http://schemas.openxmlformats.org/officeDocument/2006/relationships/image" Target="/ppt/media/image12.png" Id="R7acd19212d854a12" /><Relationship Type="http://schemas.openxmlformats.org/officeDocument/2006/relationships/notesSlide" Target="/ppt/notesSlides/notesSlide10.xml" Id="R81d3ee4e9a05446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71653F-E48F-40AA-A6AB-34536210B6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04c8e21f0c4fde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6D15C7-4EE7-485E-9E16-8C470B37A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ДАННЫЕ ДЛЯ ИНТЕГРАЦИИ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35B176-ED43-41E6-90F7-4D73F20E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E2F4E4-C5FA-47BD-9C58-C2055944D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2A60F9-C44E-4857-86B2-CDFFB167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01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D6480C-BDAB-4161-B271-FC9BD434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66800"/>
            <a:ext cx="4191000" cy="408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621D9D-9902-4E0C-9786-67536068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962025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4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ИИ в hh.ru</a:t>
            </a:r>
          </a:p>
          <a:p xmlns:a="http://schemas.openxmlformats.org/drawingml/2006/main">
            <a:pPr>
              <a:defRPr sz="4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4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Результаты для Skillaz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A59114-19C5-4476-AC62-B446762C0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200400"/>
            <a:ext cx="93345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Базовый вариант интеграции</a:t>
            </a:r>
          </a:p>
          <a:p xmlns:a="http://schemas.openxmlformats.org/drawingml/2006/main">
            <a:pPr>
              <a:defRPr sz="23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на основе документации hh.ru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60E2FA-760A-47BE-A472-1D36BD27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486275"/>
            <a:ext cx="381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Нейроразбор + Доопрос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F1E914-01E8-4209-AD54-0205288AC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438650"/>
            <a:ext cx="5372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Настройка и запуск — в hh.ru.</a:t>
            </a:r>
          </a:p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Получение данных в Skillaz требует проверки.</a:t>
            </a:r>
          </a:p>
        </p:txBody>
      </p:sp>
    </p:spTree>
    <p:extLst>
      <p:ext uri="{BB962C8B-B14F-4D97-AF65-F5344CB8AC3E}">
        <p14:creationId xmlns:p14="http://schemas.microsoft.com/office/powerpoint/2010/main" val="21083084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DCEDF9-4A32-46F1-AB3E-C98448A55C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77525c6c784047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B3AEA3-1C1D-45DF-9C8A-7F73144DD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РАБОЧИЙ ПРОЦЕСС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2D38D0-9A20-430B-A1F5-FFAB4C3BC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Настройка для конкретной</a:t>
            </a:r>
          </a:p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вакансии hh.ru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5311D1-D15A-4C9E-8E9F-8C6BCE8C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84571B-A60C-4A95-BAF3-9E87F805E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273968-4222-4317-9B53-6AA5C707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02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3CDE19-5EA8-4926-9DDE-8818830B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4572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ПОРТРЕТ КАНДИДАТА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04C88A-3285-4075-8BEB-44749E145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590800"/>
            <a:ext cx="3714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Критерии вакансии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97A0AA-46F1-46F7-9DD9-8869A24A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05150"/>
            <a:ext cx="4286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Обязательные и желательные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Извлекаются из текста вакансии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Можно менять и добавлять свои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Закрытого списка требований нет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695257-424B-4568-8609-C91369AB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181225"/>
            <a:ext cx="19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A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467746-E217-40CA-A88F-9B734C77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2190750"/>
            <a:ext cx="4333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ДВА НАВЫКА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BFAD96-09D7-4B77-A608-7C9FBEC46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2590800"/>
            <a:ext cx="428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Сортировка и вопросы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A14476-BDF9-4AF1-AE63-89C3B271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3105150"/>
            <a:ext cx="4286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При подключении включены оба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Каждый можно отключить отдельно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Настройки выполняются в hh.ru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99B57A-2192-478C-8068-2FC4FEC5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Оценка относится к отклику на выбранную вакансию.</a:t>
            </a:r>
          </a:p>
        </p:txBody>
      </p:sp>
    </p:spTree>
    <p:extLst>
      <p:ext uri="{BB962C8B-B14F-4D97-AF65-F5344CB8AC3E}">
        <p14:creationId xmlns:p14="http://schemas.microsoft.com/office/powerpoint/2010/main" val="8629811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875E42-ACF9-4905-9309-B129175A7C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c508d193c04d84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9B7C5F-1024-4B90-B27C-DE75A113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РАЗДЕЛЕНИЕ ВОЗМОЖНОСТЕЙ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2830B2-E820-4315-84CC-3C80AEDDA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Результаты ИИ</a:t>
            </a:r>
          </a:p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в документации API hh.ru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5022D2-4ABC-4B8C-AFBC-B4257053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A920E2-2101-4B61-B252-36EB34625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1F45BA-65B8-43F7-B1FE-B486BC651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03 / 10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8780A7-14B4-4F50-AFF7-F1A09C666CA2}"/>
              </a:ext>
            </a:extLst>
          </p:cNvPr>
          <p:cNvGraphicFramePr/>
          <p:nvPr/>
        </p:nvGraphicFramePr>
        <p:xfrm>
          <a:off xmlns:a="http://schemas.openxmlformats.org/drawingml/2006/main" x="504825" y="2085975"/>
          <a:ext xmlns:a="http://schemas.openxmlformats.org/drawingml/2006/main" cx="9686925" cy="2647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843463"/>
                <a:gridCol w="4843463"/>
              </a:tblGrid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Результат работы ИИ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Данные в примере ответа API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</a:tr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Итог разбора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Решение ИИ и краткая сводка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Проверка требований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Критерии и степень выполнения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Основания оценки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Объяснение и источник информации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Ответы кандидата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Вопросы и цитаты ответов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AFC4AA-FE59-43C6-AD33-B5D721FAB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Публичный пример API описывает получение результатов ИИ.</a:t>
            </a:r>
          </a:p>
        </p:txBody>
      </p:sp>
    </p:spTree>
    <p:extLst>
      <p:ext uri="{BB962C8B-B14F-4D97-AF65-F5344CB8AC3E}">
        <p14:creationId xmlns:p14="http://schemas.microsoft.com/office/powerpoint/2010/main" val="1857171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83B017-BE14-4669-9ADC-532DC6C71D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47ab1ef45c498b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711F5B-D980-4CAC-8EF1-A031F8DD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ПРОЦЕСС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D87C1A-D58B-4553-8146-DDDD553E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Когда запускается разбор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2077FD-718A-4246-9D06-6BDC08AA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262AA1-A5A6-4F86-B712-ED0CF850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E8F5F5-F1C2-4564-961E-C74F505E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04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D0C714-2F35-405C-9537-1F08D1A12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80975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982F2A-A005-431C-B528-2F3BE3248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097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Подключение к вакансии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646508-DB0A-4C1F-B362-CE5111D22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526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hh начинает автоматически сортировать отклики этой вакансии.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806500-69E3-46BC-B77B-607DCEADF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70510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8C0AD6-BFA7-491E-9830-3C2EF867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051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Новый отклик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47E48B-100A-4A58-B315-E9D7CCFD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4800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При включённом навыке hh автоматически анализирует резюме.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211D74-20E9-4604-8DD1-407B58E04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60045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4DDEA7-3F1D-4512-97C3-B78F8A551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004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Изменение критериев в hh.ru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CED218-4580-4F74-B0FF-FDC70E1CF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94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После сохранения портрета hh запускает повторную сортировку.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7310A4-B9BD-450E-B5B9-DDF48B45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49580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6FA46A-9DD2-46F2-9003-06AAF460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958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Получение готового результата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C3BE30-375E-42D3-8EC1-F1B2AE7FE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3870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Запрос результата через API не запускает новый анализ.</a:t>
            </a:r>
          </a:p>
        </p:txBody>
      </p:sp>
    </p:spTree>
    <p:extLst>
      <p:ext uri="{BB962C8B-B14F-4D97-AF65-F5344CB8AC3E}">
        <p14:creationId xmlns:p14="http://schemas.microsoft.com/office/powerpoint/2010/main" val="12595353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1D568E-165C-4556-ADB2-128CEC74B2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757374331d4947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7213F1-0009-4C68-BC2C-47C5F808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НЕЙРОРАЗБОР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1D2EE2-447B-4065-9102-BBC11943D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Результат разбора и его основания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242C8E-FFD7-40E7-B74B-03E0B111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CB1B27-770A-4F00-AF16-1FD21F48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67D3E9-627E-4489-8BEF-675617F8D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05 / 10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209ECF-60D7-4931-BF8C-365174C41D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f489e30a724145"/>
          <a:stretch xmlns:a="http://schemas.openxmlformats.org/drawingml/2006/main"/>
        </p:blipFill>
        <p:spPr>
          <a:xfrm xmlns:a="http://schemas.openxmlformats.org/drawingml/2006/main">
            <a:off x="825515" y="1905000"/>
            <a:ext cx="5807045" cy="3219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6C09CE-1059-4FBC-A4A8-89896568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07645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Категория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6CA65F-77F8-435C-8FF8-EDC2AB7A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57450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Помогает выбрать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приоритет просмотра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FAD134-233A-4562-A900-D0D21707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35280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Критерии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8264CA-42E8-456C-AC24-3035B3D2D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733800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Показывают основания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оценки кандидата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ECFB83-7E74-4686-92B0-AADBD4D6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219700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Иллюстрация из исходной презентации. Решение принимает рекрутёр.</a:t>
            </a:r>
          </a:p>
        </p:txBody>
      </p:sp>
    </p:spTree>
    <p:extLst>
      <p:ext uri="{BB962C8B-B14F-4D97-AF65-F5344CB8AC3E}">
        <p14:creationId xmlns:p14="http://schemas.microsoft.com/office/powerpoint/2010/main" val="9167385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17874D-BC75-4C2D-A65E-734BF7BAFA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cbe91e550e43ed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B963BC-3882-43C2-8C36-7B8116474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ДООПРОС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DC32ED-F643-499E-9655-CB706C08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Как включается доопрос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D1E37B-7A60-43BE-97E8-DC1998592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4FBD89-0D48-4BE7-B69F-6A2BA2D3A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CCD6A0-23B2-4801-AA0F-2098FF563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06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E81D22-76B3-410F-A11C-ED4395D1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343150"/>
            <a:ext cx="2886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01 · ПОДКЛЮЧЕНИЕ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3589FF-AF26-4E8C-AEA0-4D16D82F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828925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8677C7-6E64-49F1-B1EE-280202BFA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52775"/>
            <a:ext cx="28670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ИИ-помощник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нужной вакансии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в hh.ru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2270A1-DA70-4C37-A2D6-1B0D30DE2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43150"/>
            <a:ext cx="2886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02 · НАСТРОЙКА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83C964-8305-4A92-A9D6-0A3EF873C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28925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F8AA24-1052-4911-AB45-0A0D6386D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152775"/>
            <a:ext cx="28670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Навык «Вопросы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кандидату»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До 3 своих вопросов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A4B47F-ACF3-48B7-BB1F-7581623F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343150"/>
            <a:ext cx="2886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03 · НОВЫЙ ОТКЛИК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18E957-93CA-4A00-9E9F-23B08FABC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828925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96EC72-8E2D-4D82-A572-A58FEBB5B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152775"/>
            <a:ext cx="28670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hh задаёт вопросы,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если информации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недостаточно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436033-DE88-4916-A04D-A397D1F38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362450"/>
            <a:ext cx="9696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При подключении помощника навык включён по умолчанию. Всего — до 5 вопросов.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F1629E-2D54-4166-871A-F3552EC8C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Изменение настроек не запускает повторный доопрос прежних кандидатов.</a:t>
            </a:r>
          </a:p>
        </p:txBody>
      </p:sp>
    </p:spTree>
    <p:extLst>
      <p:ext uri="{BB962C8B-B14F-4D97-AF65-F5344CB8AC3E}">
        <p14:creationId xmlns:p14="http://schemas.microsoft.com/office/powerpoint/2010/main" val="11262137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6A0689-2F5B-491C-8350-A7FD94BF85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a4dda0bce84861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B1CE8E-1DA8-421F-8599-65A4F9BFC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ОСНОВАНИЯ ОЦЕНКИ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1812A5-C747-4592-A039-DFB8E7C24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Что объясняет оценку кандидата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B99200-6DBA-4D1C-9AD5-F4C9BD9A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1D5118-1175-485D-9266-EE8D352F3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F0A12C-AFEB-4F0A-BEA5-1C970643A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07 / 10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ECC451-AAA8-4B1F-9239-7582C3F4FB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8a55ee8914dbc"/>
          <a:stretch xmlns:a="http://schemas.openxmlformats.org/drawingml/2006/main"/>
        </p:blipFill>
        <p:spPr>
          <a:xfrm xmlns:a="http://schemas.openxmlformats.org/drawingml/2006/main">
            <a:off x="506214" y="2085975"/>
            <a:ext cx="5331222" cy="1924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7D23C6-76A2-4ADA-8619-952C1351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481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Проверка оснований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0F036A-29F2-4314-8607-2B1ADB65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638675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Иллюстрация из исходной презентации.</a:t>
            </a:r>
          </a:p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Рекрутёр проверяет выводы ИИ.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A68864-F2CB-4096-93F6-112B88BE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95500"/>
            <a:ext cx="3714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ДАННЫЕ ПО КРИТЕРИЮ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2826BD-1E77-4F24-A79C-5158FF81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5747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C7BF19-86A1-4659-A13E-EA3866B0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5747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Выполнение требования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A861BB-E3B6-42B8-8926-9D515E37E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C47C64-E41D-4ADB-9722-F5176D812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39090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Объяснение оценки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6BECC0-8BFC-4772-93A5-FA9A59B8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2432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D81AA5-0E9B-4120-8ECA-ACE844215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12432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Источник информации</a:t>
            </a:r>
          </a:p>
        </p:txBody>
      </p:sp>
    </p:spTree>
    <p:extLst>
      <p:ext uri="{BB962C8B-B14F-4D97-AF65-F5344CB8AC3E}">
        <p14:creationId xmlns:p14="http://schemas.microsoft.com/office/powerpoint/2010/main" val="3328905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D5BBEA-C373-469C-886A-928ED12FB9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feb2a405544677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1A5EC2-5E04-42AA-B136-18AAB4DDC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ГРАНИЦЫ ПОДТВЕРЖДЕНИЯ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F86988-FECB-462C-A9AF-A25370098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Что подтверждено документацией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0D5C9B-55C4-415A-B3D0-BF2CC6AA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372F88-FB82-4F23-85E5-D6705AE0E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006410-BC26-4C81-B1A7-7B9E9B19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08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6CBD1B-1D14-4D38-8211-CCD8A9D66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657350"/>
            <a:ext cx="9620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Документация hh описывает функции и примеры ответа API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AC3AAC-6A0A-43F1-ABF3-AD06E42DDF4B}"/>
              </a:ext>
            </a:extLst>
          </p:cNvPr>
          <p:cNvGraphicFramePr/>
          <p:nvPr/>
        </p:nvGraphicFramePr>
        <p:xfrm>
          <a:off xmlns:a="http://schemas.openxmlformats.org/drawingml/2006/main" x="504825" y="2181225"/>
          <a:ext xmlns:a="http://schemas.openxmlformats.org/drawingml/2006/main" cx="9686925" cy="2419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810125"/>
                <a:gridCol w="2438400"/>
                <a:gridCol w="2438400"/>
              </a:tblGrid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Возможность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Где выполняется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Статус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Настройка критериев и вопросов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В hh.ru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Описано hh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Разбор и доопрос новых откликов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В hh.ru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Описано hh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Выдача оценки и ответов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API hh.ru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Пример ответа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Получение данных в Skillaz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Наша интеграция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Нужен тест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Запуск и настройка из Skillaz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API управления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Не подтверждено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572603-C1EF-4AC4-86E4-9D3C84C1D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886325"/>
            <a:ext cx="96869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061EAB-6831-4207-9E6F-5FC338AA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9353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Публичный пример API не подтверждает готовность обмена со Skillaz</a:t>
            </a:r>
          </a:p>
        </p:txBody>
      </p:sp>
    </p:spTree>
    <p:extLst>
      <p:ext uri="{BB962C8B-B14F-4D97-AF65-F5344CB8AC3E}">
        <p14:creationId xmlns:p14="http://schemas.microsoft.com/office/powerpoint/2010/main" val="16730676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5829C8-9EDD-4796-BADF-D1D8E18098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3aba2eaf0e491a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867A24-8FA6-445D-961E-7C3DBC10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БАЗОВЫЙ ВАРИАНТ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A29C39-0328-4303-9F68-0E956CA8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Настройка в hh.ru, результаты в Skillaz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B57C6E-8D04-4538-A318-0E46D6648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95CDD3-297D-4BD2-8C81-D9E27DDBE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ECD9C4-20F2-499A-94FB-31821533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09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245483-EF85-448C-98EC-7E5E14090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43125"/>
            <a:ext cx="28479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76FC53-D7D4-4C2B-8360-3A52EE86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447925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В hh.ru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9F5400-ABA9-423F-991F-7F0B6DD06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067050"/>
            <a:ext cx="28670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Настройка вакансии.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Критерии и вопросы.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Автоматический разбор.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5FBA2D-CED0-4AA8-A159-FDE59AF03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43125"/>
            <a:ext cx="28479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C3E867-C857-4891-84C9-A6F7CFD6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47925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Через API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E2F702-AACF-4E62-85BD-111101B12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67050"/>
            <a:ext cx="28670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Получение результата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 ID отклика.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Без отправки текста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резюме из Skillaz.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B91FD8-534A-4D9B-BE5E-C97769AAC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143125"/>
            <a:ext cx="28479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E3ADDA-425E-4459-843D-06A920930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447925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В Skillaz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E534F3-849E-4FA4-940D-317E8C48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067050"/>
            <a:ext cx="28670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Предлагаем показывать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оценку и ответы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рядом с откликом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после проверки обмена.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E6BE4E-DCEB-4779-9670-751CA5713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Вариант для реализации; доступ приложения Skillaz к данным ещё не проверен.</a:t>
            </a:r>
          </a:p>
        </p:txBody>
      </p:sp>
    </p:spTree>
    <p:extLst>
      <p:ext uri="{BB962C8B-B14F-4D97-AF65-F5344CB8AC3E}">
        <p14:creationId xmlns:p14="http://schemas.microsoft.com/office/powerpoint/2010/main" val="122545061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F70111-F4FE-4638-B291-8E17B06D17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cd19212d854a12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8376EB-ED41-4B77-8F56-4D347EC4B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ПИЛОТ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DB3AC1-7C77-41CC-A0D0-EDB15AD8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B0ACC8-7EC2-4208-95F3-FBE3531A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9D3148-A67E-4C2A-B302-843B4FBD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10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7CD3EA-5DC5-4499-ADE7-0F48FF9B4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71550"/>
            <a:ext cx="10692384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3B30E1-5621-41EF-86D9-1FF727059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314450"/>
            <a:ext cx="981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Сначала — проверка получения данных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32AA8D-B5D2-4B96-8AA1-75AEC163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600325"/>
            <a:ext cx="447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9C2CFB-9238-4A53-A1AA-CD7A359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0032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Вакансия hh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54A198-8D9E-4D19-8AC8-F6123876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00325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Включить навыки, настроить критерии и вопросы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C00B82-3B14-412D-B1F7-3056A11DB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90875"/>
            <a:ext cx="447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177637-5C09-497E-932F-22E5945AE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1908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Новый отклик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226174-AF2F-4B6A-B9ED-9299A736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90875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Получить разбор и ответы кандидата в hh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4055A8-75DB-451A-A9AF-C4F01C00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781425"/>
            <a:ext cx="447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7C716A-67B5-4609-9ED6-EA4BB51BE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78142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Запрос API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A560CC-B20E-41DC-A95F-87F0BE26D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81425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Проверить данные от имени приложения Skillaz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631FE6-24EE-4A12-B6A5-DEE4C695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371975"/>
            <a:ext cx="447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8BB9CF-7FDF-4F9F-A363-00D59744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3719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Результат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D245A5-E1DD-4989-8988-697CE9D9F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371975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Подтвердить состав данных и доступ клиента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E99F48-338B-46EC-87C7-AA435E61E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229225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Реализацию и предложение клиенту фиксируем после технической проверки</a:t>
            </a:r>
          </a:p>
        </p:txBody>
      </p:sp>
    </p:spTree>
    <p:extLst>
      <p:ext uri="{BB962C8B-B14F-4D97-AF65-F5344CB8AC3E}">
        <p14:creationId xmlns:p14="http://schemas.microsoft.com/office/powerpoint/2010/main" val="2671478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2026-10-16T11:47:16.7700000Z</dcterms:created>
  <dcterms:modified xsi:type="dcterms:W3CDTF">2026-10-16T11:47:16.7700000Z</dcterms:modified>
</coreProperties>
</file>