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a8d911d0b04103" /><Relationship Type="http://schemas.openxmlformats.org/officeDocument/2006/relationships/extended-properties" Target="/docProps/app.xml" Id="R835748f3afc64ca1" /><Relationship Type="http://schemas.openxmlformats.org/officeDocument/2006/relationships/officeDocument" Target="/ppt/presentation.xml" Id="Re275833d5fcd45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9ee5b715384e37"/>
  </p:sldMasterIdLst>
  <p:notesMasterIdLst>
    <p:notesMasterId xmlns:r="http://schemas.openxmlformats.org/officeDocument/2006/relationships" r:id="Rb622a9d7e8564fd0"/>
  </p:notesMasterIdLst>
  <p:sldIdLst>
    <p:sldId xmlns:r="http://schemas.openxmlformats.org/officeDocument/2006/relationships" id="256" r:id="Ra3bbb7702e474578"/>
    <p:sldId xmlns:r="http://schemas.openxmlformats.org/officeDocument/2006/relationships" id="257" r:id="R6a40122e1da843ff"/>
    <p:sldId xmlns:r="http://schemas.openxmlformats.org/officeDocument/2006/relationships" id="258" r:id="R24a5de7543484c1c"/>
    <p:sldId xmlns:r="http://schemas.openxmlformats.org/officeDocument/2006/relationships" id="259" r:id="R5d322da80ca5402c"/>
    <p:sldId xmlns:r="http://schemas.openxmlformats.org/officeDocument/2006/relationships" id="260" r:id="R1edd613e1513439b"/>
    <p:sldId xmlns:r="http://schemas.openxmlformats.org/officeDocument/2006/relationships" id="261" r:id="R2b1d37e70e5f4d79"/>
    <p:sldId xmlns:r="http://schemas.openxmlformats.org/officeDocument/2006/relationships" id="262" r:id="Rd2239c9141d94b70"/>
    <p:sldId xmlns:r="http://schemas.openxmlformats.org/officeDocument/2006/relationships" id="263" r:id="Ra363279a7390402f"/>
    <p:sldId xmlns:r="http://schemas.openxmlformats.org/officeDocument/2006/relationships" id="264" r:id="R72748ee5243048f9"/>
  </p:sldIdLst>
  <p:sldSz cx="10692384" cy="600760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db4bc56ff473c" /><Relationship Type="http://schemas.openxmlformats.org/officeDocument/2006/relationships/slideMaster" Target="/ppt/slideMasters/slideMaster1.xml" Id="Re09ee5b715384e37" /><Relationship Type="http://schemas.openxmlformats.org/officeDocument/2006/relationships/notesMaster" Target="/ppt/notesMasters/notesMaster1.xml" Id="Rb622a9d7e8564fd0" /><Relationship Type="http://schemas.openxmlformats.org/officeDocument/2006/relationships/presProps" Target="/ppt/presProps.xml" Id="R958f2e237d6c4ece" /><Relationship Type="http://schemas.openxmlformats.org/officeDocument/2006/relationships/tableStyles" Target="/ppt/tableStyles.xml" Id="R8733f6e766154131" /><Relationship Type="http://schemas.openxmlformats.org/officeDocument/2006/relationships/slide" Target="/ppt/slides/slide1.xml" Id="Ra3bbb7702e474578" /><Relationship Type="http://schemas.openxmlformats.org/officeDocument/2006/relationships/slide" Target="/ppt/slides/slide2.xml" Id="R6a40122e1da843ff" /><Relationship Type="http://schemas.openxmlformats.org/officeDocument/2006/relationships/slide" Target="/ppt/slides/slide3.xml" Id="R24a5de7543484c1c" /><Relationship Type="http://schemas.openxmlformats.org/officeDocument/2006/relationships/slide" Target="/ppt/slides/slide4.xml" Id="R5d322da80ca5402c" /><Relationship Type="http://schemas.openxmlformats.org/officeDocument/2006/relationships/slide" Target="/ppt/slides/slide5.xml" Id="R1edd613e1513439b" /><Relationship Type="http://schemas.openxmlformats.org/officeDocument/2006/relationships/slide" Target="/ppt/slides/slide6.xml" Id="R2b1d37e70e5f4d79" /><Relationship Type="http://schemas.openxmlformats.org/officeDocument/2006/relationships/slide" Target="/ppt/slides/slide7.xml" Id="Rd2239c9141d94b70" /><Relationship Type="http://schemas.openxmlformats.org/officeDocument/2006/relationships/slide" Target="/ppt/slides/slide8.xml" Id="Ra363279a7390402f" /><Relationship Type="http://schemas.openxmlformats.org/officeDocument/2006/relationships/slide" Target="/ppt/slides/slide9.xml" Id="R72748ee5243048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c414e05c9c49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8ae9ddbb7942a0" /><Relationship Type="http://schemas.openxmlformats.org/officeDocument/2006/relationships/notesMaster" Target="/ppt/notesMasters/notesMaster1.xml" Id="Ra58e3dfbcaae4c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f825bcd81541b4" /><Relationship Type="http://schemas.openxmlformats.org/officeDocument/2006/relationships/notesMaster" Target="/ppt/notesMasters/notesMaster1.xml" Id="Ra0a4819520e249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1c5ab4d5cf4f4d" /><Relationship Type="http://schemas.openxmlformats.org/officeDocument/2006/relationships/notesMaster" Target="/ppt/notesMasters/notesMaster1.xml" Id="Re62602d0a9f649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3df9ec46484371" /><Relationship Type="http://schemas.openxmlformats.org/officeDocument/2006/relationships/notesMaster" Target="/ppt/notesMasters/notesMaster1.xml" Id="R8f206751e5be44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863e4a35f94c3f" /><Relationship Type="http://schemas.openxmlformats.org/officeDocument/2006/relationships/notesMaster" Target="/ppt/notesMasters/notesMaster1.xml" Id="R6c1b5d20bf6f49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5c56f43e5f49d8" /><Relationship Type="http://schemas.openxmlformats.org/officeDocument/2006/relationships/notesMaster" Target="/ppt/notesMasters/notesMaster1.xml" Id="R6b7d5c8d41ea44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6441e38a294881" /><Relationship Type="http://schemas.openxmlformats.org/officeDocument/2006/relationships/notesMaster" Target="/ppt/notesMasters/notesMaster1.xml" Id="R47b06ba4d7f442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043cd6fd7b4efa" /><Relationship Type="http://schemas.openxmlformats.org/officeDocument/2006/relationships/notesMaster" Target="/ppt/notesMasters/notesMaster1.xml" Id="Rbc3dca3f9d1d48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931cfbea87498e" /><Relationship Type="http://schemas.openxmlformats.org/officeDocument/2006/relationships/notesMaster" Target="/ppt/notesMasters/notesMaster1.xml" Id="Ra29b41e86ea14f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Позиционирование: публичная документация описывает получение результатов ИИ, но не подтверждает готовую интеграцию Skillaz. Проверить токен приложения Skillaz, доступ клиента, наличие ai_assistant в реальном отклике и продуктовый релиз. Не обещать работу в карточке до проверки.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Подтверждены примеры данных neuro_response и neuro_invite. Блок найден в examples; подробной схемы ai_assistant в проверенной спецификации нет. Нужны реальные ответы API, перечень значений, nullable-поля и условия появления блока. Сокращение ручных действий — гипотеза пилота.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Таблица отражает только поля официального примера API. Требуют проверки: показ результата в воронке Skillaz, работа с категориями, отображение подробного разбора, привязка вопросов к полям и автоматическое заполнение карточки. Цитата ответа в API не равна готовому структурированному полю Skillaz.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Польза сформулирована как назначение данных, не как измеренный эффект. В примерах API есть decision, summary, criteria с explanation/source и вопросы с цитатами ответов. Использование этих данных в Skillaz требует проверки обмена. Доопрос помогает подготовиться только при наличии ответов кандидата.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ВОЗМОЖНОСТИ: настройка критериев и включение ИИ из Skillaz; запуск доопроса и управление вопросами через API; повторный разбор; получение уведомлений об изменении результатов. Публичные методы управления этими функциями не найдены. Отсутствие в публичной документации не исключает партнёрский API. Проверить периодичность обновлений и условия доступа.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6, как иллюстрация, а не свидетельство проверенной интеграции. Проверить наличие фильтров, счётчиков, названия категорий и сопоставление decision со статусами Skillaz. Не интерпретировать ACCEPT из примера как полный перечень категорий.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Диалог на слайде иллюстративный. Подтверждены question и quote в answers_to_questions_from_employer. Требуют проверки: запуск доопроса из Skillaz, настройка вопросов через API, автоматическое заполнение полей, типизация ответов, разбор неоднозначных ответов, обработка пропусков и повторных ответов.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11. Подтверждены поля критериев is_met, explanation, source. Требуют проверки: ручная смена категории в Skillaz; синхронизация с hh; сохранение ручного решения после повторного анализа; журнал изменений, права и типы событий. Схема истории изменений удалена из основного содержания.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план пилота, а не подтверждённый эффект. После технической проверки сравнить сопоставимые вакансии и нагрузку: работа с ИИ непосредственно в hh.ru и через Skillaz. Не приписывать интеграции общий эффект ИИ. Сэкономленные часы не равны гарантированному сокращению расходов.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8 заменён с методики пилота на явную таблицу границ подтверждения. Получение данных приложением Skillaz требует проверки; методов управления через публичный API не обнаружено.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УСЛОВИЯ ОПЛАТЫ: стоимость доступа к ИИ и API hh, входит ли она в тариф Skillaz, учёт уже оплаченных услуг hh, единица тарификации, лимиты, превышения, оплата доопроса, внедрение, сопровождение, SLA. Разделение на внедрение/использование/сопровождение было гипотезой предложения, не утверждённым тарифом. Условия оплаты не вынесены на слайд.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9 показывает предлагаемый вариант, а не готовые возможности Skillaz. Запрос по ID отклика не содержит текст резюме; полученные данные и сам идентификатор не следует считать автоматически обезличенными. Отображение оценки и ответов в карточке требует реализации и проверки.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Предлагаемое позиционирование: клиент оплачивает использование результатов hh в рабочем процессе Skillaz. Это не утверждённый тариф или перечень уже реализованных функций. Требуют проверки получение данных, привязка к отклику и вакансии, состав отображения, обновление и доступ клиента. Условия оплаты, включение услуг hh, внедрение, сопровождение и SLA согласуются отдельно. Возможное сокращение переходов и копирования является гипотезой, не обещанием экономии.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e6876484845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4612d3dac45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6f938fb1c4b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dcd15e234496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69a102da943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4934c07db340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9C3460-A835-4CCF-A0C6-45C2B90755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269541"/>
            <a:ext cx="8553907" cy="867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99B38F-96EA-4F43-9012-FF6277B140B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03858" y="3304184"/>
            <a:ext cx="7484669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E9B12E5-70E2-4162-B776-77AB3D58DC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503170"/>
            <a:ext cx="8553907" cy="100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8B3E2E-5461-4B9F-AD25-916E22A243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68B983-7AEB-4683-BB84-07EF6DBE8A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9489491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0D0F6D2-7BD7-4B53-9663-7A5D149901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A2BFCE-BC77-4ECA-BDB0-20D1259B03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702A96-2CA3-438E-9A5E-9AA4B31DFC7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680329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7B795B-C8F4-463C-90DA-E70134EA57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43AA4A-5905-4EFC-875F-A1134F326B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5558719f314c4f" /><Relationship Type="http://schemas.openxmlformats.org/officeDocument/2006/relationships/slideLayout" Target="/ppt/slideLayouts/slideLayout1.xml" Id="R24283f8ce88348c5" /><Relationship Type="http://schemas.openxmlformats.org/officeDocument/2006/relationships/slideLayout" Target="/ppt/slideLayouts/slideLayout2.xml" Id="Rba5455dad8a940b6" /><Relationship Type="http://schemas.openxmlformats.org/officeDocument/2006/relationships/slideLayout" Target="/ppt/slideLayouts/slideLayout3.xml" Id="Rec22e302bc534351" /><Relationship Type="http://schemas.openxmlformats.org/officeDocument/2006/relationships/slideLayout" Target="/ppt/slideLayouts/slideLayout4.xml" Id="Rf532e766c52346ae" /><Relationship Type="http://schemas.openxmlformats.org/officeDocument/2006/relationships/slideLayout" Target="/ppt/slideLayouts/slideLayout5.xml" Id="Ra69390122ff54005" /><Relationship Type="http://schemas.openxmlformats.org/officeDocument/2006/relationships/slideLayout" Target="/ppt/slideLayouts/slideLayout6.xml" Id="Rf2639f1be45547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283f8ce88348c5"/>
    <p:sldLayoutId xmlns:r="http://schemas.openxmlformats.org/officeDocument/2006/relationships" id="2147483650" r:id="Rba5455dad8a940b6"/>
    <p:sldLayoutId xmlns:r="http://schemas.openxmlformats.org/officeDocument/2006/relationships" id="2147483651" r:id="Rec22e302bc534351"/>
    <p:sldLayoutId xmlns:r="http://schemas.openxmlformats.org/officeDocument/2006/relationships" id="2147483652" r:id="Rf532e766c52346ae"/>
    <p:sldLayoutId xmlns:r="http://schemas.openxmlformats.org/officeDocument/2006/relationships" id="2147483653" r:id="Ra69390122ff54005"/>
    <p:sldLayoutId xmlns:r="http://schemas.openxmlformats.org/officeDocument/2006/relationships" id="2147483654" r:id="Rf2639f1be45547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d587fbb6394133" /><Relationship Type="http://schemas.openxmlformats.org/officeDocument/2006/relationships/image" Target="/ppt/media/image.png" Id="R9f72e30c45214085" /><Relationship Type="http://schemas.openxmlformats.org/officeDocument/2006/relationships/notesSlide" Target="/ppt/notesSlides/notesSlide1.xml" Id="R3fb708fc191440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501f0ec9844531" /><Relationship Type="http://schemas.openxmlformats.org/officeDocument/2006/relationships/image" Target="/ppt/media/image2.png" Id="R6b8adb68ec9444f0" /><Relationship Type="http://schemas.openxmlformats.org/officeDocument/2006/relationships/notesSlide" Target="/ppt/notesSlides/notesSlide2.xml" Id="Rabd11c1cf45f44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98c77f0cd84770" /><Relationship Type="http://schemas.openxmlformats.org/officeDocument/2006/relationships/image" Target="/ppt/media/image3.png" Id="R0828872672f84294" /><Relationship Type="http://schemas.openxmlformats.org/officeDocument/2006/relationships/notesSlide" Target="/ppt/notesSlides/notesSlide3.xml" Id="Ra1d8caa1d6c24d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1fb1dd17ba4ae8" /><Relationship Type="http://schemas.openxmlformats.org/officeDocument/2006/relationships/image" Target="/ppt/media/image4.png" Id="Re64fcc730d234090" /><Relationship Type="http://schemas.openxmlformats.org/officeDocument/2006/relationships/notesSlide" Target="/ppt/notesSlides/notesSlide4.xml" Id="R423ccaf8405540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ecb6942c941fb" /><Relationship Type="http://schemas.openxmlformats.org/officeDocument/2006/relationships/image" Target="/ppt/media/image5.png" Id="Rcec172d8d4494f9f" /><Relationship Type="http://schemas.openxmlformats.org/officeDocument/2006/relationships/image" Target="/ppt/media/image6.png" Id="Rca81c2f7ef5140e2" /><Relationship Type="http://schemas.openxmlformats.org/officeDocument/2006/relationships/notesSlide" Target="/ppt/notesSlides/notesSlide5.xml" Id="R28967f34477c43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4a9c128aa4266" /><Relationship Type="http://schemas.openxmlformats.org/officeDocument/2006/relationships/image" Target="/ppt/media/image7.png" Id="R582b6f3598904f88" /><Relationship Type="http://schemas.openxmlformats.org/officeDocument/2006/relationships/notesSlide" Target="/ppt/notesSlides/notesSlide6.xml" Id="Rd10108f795c244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79231c511b4363" /><Relationship Type="http://schemas.openxmlformats.org/officeDocument/2006/relationships/image" Target="/ppt/media/image8.png" Id="Rc8bcf862706a49f6" /><Relationship Type="http://schemas.openxmlformats.org/officeDocument/2006/relationships/image" Target="/ppt/media/image9.png" Id="Reba94fabd50e4d8b" /><Relationship Type="http://schemas.openxmlformats.org/officeDocument/2006/relationships/notesSlide" Target="/ppt/notesSlides/notesSlide7.xml" Id="Rd864a9edad4144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6e728b1058429f" /><Relationship Type="http://schemas.openxmlformats.org/officeDocument/2006/relationships/image" Target="/ppt/media/image10.png" Id="Re35fca750adb4300" /><Relationship Type="http://schemas.openxmlformats.org/officeDocument/2006/relationships/notesSlide" Target="/ppt/notesSlides/notesSlide8.xml" Id="Rbad1dec8a74042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085f021a84cb6" /><Relationship Type="http://schemas.openxmlformats.org/officeDocument/2006/relationships/image" Target="/ppt/media/image11.png" Id="R296c827564f448f8" /><Relationship Type="http://schemas.openxmlformats.org/officeDocument/2006/relationships/notesSlide" Target="/ppt/notesSlides/notesSlide9.xml" Id="R64e58c164f094e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AAE78-7D1E-441E-B6B0-3850CCC1F4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2e30c45214085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BD302-3AFD-4793-B4DC-D6F71166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ДЛЯ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45808-FBCE-472F-9B10-518C9E2C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01BC5-537A-4156-95D7-11B88FD4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DC122-021B-4F14-A88C-F0274F2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A86C1-3238-46EB-8BC3-90E6F2FD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4191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C33C3-5005-4566-88EA-F55F22D3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9620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 в hh.ru</a:t>
            </a:r>
          </a:p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для Skillaz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B82F7-0418-4DF3-ABFD-66C6869B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00400"/>
            <a:ext cx="9334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Оценка и ответы кандидата</a:t>
            </a:r>
          </a:p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 рабочем процессе рекрутера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99A3B-BEF5-4F67-8F35-4FA9FDD1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86275"/>
            <a:ext cx="381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Нейроразбор + Доопрос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0BB5-9D7E-4934-8F31-246DD51A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38650"/>
            <a:ext cx="5372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и запуск — в hh.ru.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данных в Skillaz требует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18776694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5A106-212E-4212-88D0-B9AA8A7FF7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adb68ec9444f0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65799-CD7F-46AE-8725-13E60F9E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РАБОЧИЙ 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7CE03-5052-4CF8-8002-7ED8E470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для конкретной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вакансии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A3428-0FCE-407E-BC82-A0856F72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4E802-F77D-4296-A4E8-D539BC75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46A1D-C474-4CED-BA6B-8962BAB3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/ 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81349-8410-49F7-9195-A274477E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ПОРТРЕТ КАНДИДАТА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16D42-2720-4608-A587-1FFC4533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6DCDD-BB1C-43D4-973B-F80F0817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Обязательные и желательные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Извлекаются из текста вакансии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Можно менять и добавлять свои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Закрытого списка требований нет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28910-0C4F-4D47-9718-E20CA97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81225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A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877E94-B0FD-4678-8F5F-507672EA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90750"/>
            <a:ext cx="4333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ДВА НАВЫКА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AD058E-6939-4702-87FE-7D414FFF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908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Сортировка и вопросы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FDC6E-D3CA-431D-A1FD-50183379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включены оба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Каждый можно отключить отдельно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Настройки выполняются в hh.ru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8C1D32-7559-4924-B1E6-10392794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Оценка относится к отклику на выбранную вакансию.</a:t>
            </a:r>
          </a:p>
        </p:txBody>
      </p:sp>
    </p:spTree>
    <p:extLst>
      <p:ext uri="{BB962C8B-B14F-4D97-AF65-F5344CB8AC3E}">
        <p14:creationId xmlns:p14="http://schemas.microsoft.com/office/powerpoint/2010/main" val="5563032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A85CD-175E-4548-81E2-D9A10A3F05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872672f8429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091D3-1562-45DA-B3FB-B5972653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ПОЛЬЗА ДЛЯ РЕКРУТЕРА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037BB-93DB-446E-BC1D-6CBE2A27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помогает в работе с откликами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34C7-F736-4082-9AA9-A071CF42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2182D-8496-4919-A43D-5ADC0D0A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949A0F-6CA9-437C-9F49-EFA39176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/ 09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DAB94-FC93-4296-9B53-E2329EF97868}"/>
              </a:ext>
            </a:extLst>
          </p:cNvPr>
          <p:cNvGraphicFramePr/>
          <p:nvPr/>
        </p:nvGraphicFramePr>
        <p:xfrm>
          <a:off xmlns:a="http://schemas.openxmlformats.org/drawingml/2006/main" x="504825" y="2085975"/>
          <a:ext xmlns:a="http://schemas.openxmlformats.org/drawingml/2006/main" cx="9686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43463"/>
                <a:gridCol w="4843463"/>
              </a:tblGrid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Данные hh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Практическая польза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Итоговая оценка и сводка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Выбрать порядок просмотра откликов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требований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Найти факты по критериям вакансии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Объяснение и источник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Проверить основания вывода 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Вопросы и ответы кандидата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Подготовиться к первому разговору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F1512-821C-4F52-A9D8-F4C9567A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Эти данные есть в примерах API hh. Итоговое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16283994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69C6E-B777-4269-A3DC-E8741F1D35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fcc730d234090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009000-E8D5-4CF4-B071-562CCDB0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AFD83-5C97-4DF5-890C-CF279D0A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Когда запускается разбор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DFFB8-CCDC-4D03-895B-A96867AC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9ED9A-721E-4837-A62E-4B319C74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A6560-E703-4E23-854C-E849AA7E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04 / 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C5C90-6684-4F74-A713-88B2F50A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B6ED6-0EFC-489C-A646-BFCB3D77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Подключение к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A73FD-F32C-4345-87E2-FD11F5AE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hh начинает автоматически сортировать отклики этой вакансии.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580813-F88F-4409-AA14-F6300B57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051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1A729-DB42-4175-940C-2E504E17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51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46E65-4B70-4F1F-BCFB-C17AA580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включённом навыке hh автоматически анализирует резюме.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CC916A-570D-4185-87A9-CA83FB5E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004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30F85-34D0-4A3C-AB88-F9B3FD1B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Изменение критериев в hh.ru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EE7E32-47EF-41D4-A4D7-02F06EBD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сохранения портрета hh запускает повторную сортировку.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4C4B64-0944-451A-A82F-17201421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958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B357E4-E0B5-49ED-8677-BF032E9D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Получение готового результата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B023F7-471F-461D-845E-D62E5B1B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Запрос результата через API не запускает новый анализ.</a:t>
            </a:r>
          </a:p>
        </p:txBody>
      </p:sp>
    </p:spTree>
    <p:extLst>
      <p:ext uri="{BB962C8B-B14F-4D97-AF65-F5344CB8AC3E}">
        <p14:creationId xmlns:p14="http://schemas.microsoft.com/office/powerpoint/2010/main" val="142291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3CD8E7-1B56-4A22-B000-95C6A82A2B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172d8d4494f9f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DF907-236C-48D9-8A9B-D62F35A7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НЕЙРОРАЗБОР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9B1B1A-A9A1-4F64-89E5-428A56B5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С чего начать просмотр откликов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26E7E-FD5E-47F4-9D24-27D90D12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361CE-D8B7-4640-9721-6FBF3CD7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D036C-74FF-4217-9BA5-84EA41C2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05 / 09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0C544-B183-4A30-AB50-B1BA918712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1c2f7ef5140e2"/>
          <a:stretch xmlns:a="http://schemas.openxmlformats.org/drawingml/2006/main"/>
        </p:blipFill>
        <p:spPr>
          <a:xfrm xmlns:a="http://schemas.openxmlformats.org/drawingml/2006/main">
            <a:off x="825515" y="1905000"/>
            <a:ext cx="5807045" cy="3219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79BD4-CC74-4853-911B-7BCA53D5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76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Категория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417FF-55EA-4F5D-BF12-ACBF5AB1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Помогает выбрать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приоритет просмотра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A5D25-F171-46BE-9364-D104BBFA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99070-B290-4B17-9CC0-AC39D1C6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Показывают основания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оценки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2AD757-7726-43A8-8A6C-4B7FAF5D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19700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15065764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14C6EC-5824-4BE4-A4F4-690B45A5B0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b6f3598904f88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2DC1A-A30B-42EC-AEA2-F6DC20AB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ДООПРОС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0F50D-912F-4655-82DF-589BCBAF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Как включается доопрос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D59EF-AF5F-4644-B4D9-A04F9165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3D650-CC77-44D7-A596-3F33B72B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84B57-6CF5-4F41-9607-3DD0DADE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06 / 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DF194-14E6-4B12-8C24-740B31C8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· ПОДКЛЮЧЕНИЕ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253C2-7D34-4868-8B84-DFB648A2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BF4AD-B1CF-4F72-B999-65BA01AC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ИИ-помощник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нужной вакансии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BA360-AF97-4DCF-A683-3DE08A3B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· НАСТРОЙКА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1D86F-6BEE-4EEB-9FFA-0746E408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D62DB-D41A-4448-9139-85F0E582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Навык «Вопросы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кандидату»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До 3 своих вопросов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8D8ED-0AFB-4133-89EB-2C19EB60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· НОВЫЙ ОТКЛИК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FF383-736A-421C-9D15-DD47F64B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987C2D-9EF5-452C-B2E2-55683D36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hh задаёт вопросы,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если информации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недостаточно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81C7EC-8286-4466-AB6D-BD099F4A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969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помощника навык включён по умолчанию. Всего — до 5 вопросов.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62024-542A-46FF-B8F5-A253C51C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Изменение настроек не запускает повторный доопрос прежних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966167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62BDD-B51F-4EEB-8184-F410F49EC9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cf862706a49f6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39B16-F57B-40FE-96FD-A8115856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ОСНОВАНИЯ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BB345-A669-4933-B87A-1521E584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 чём основана оценка кандидата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2C44-3EFC-45B7-8389-88C7394E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665EA-3EE5-464D-BA38-8152A8A5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8A1D4-D5C1-4E3A-983C-FD03FEF9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07 / 09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ACA4EB-717D-4D7D-9178-E1CB813DD7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94fabd50e4d8b"/>
          <a:stretch xmlns:a="http://schemas.openxmlformats.org/drawingml/2006/main"/>
        </p:blipFill>
        <p:spPr>
          <a:xfrm xmlns:a="http://schemas.openxmlformats.org/drawingml/2006/main">
            <a:off x="506214" y="2085975"/>
            <a:ext cx="5331222" cy="1924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F0E4D3-EC8C-46FA-9B6F-095593B8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Проверка оснований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55D7A-A020-44A9-9D7C-AF31CB12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38675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проверяет выводы 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7828AB-3055-4DEE-AE0C-5E1B4D2F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ПО КРИТЕРИЮ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60D1E-3A55-49A1-86C0-D5ABD5BF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BE6EE-19BD-4FAE-BD31-307D0ACA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574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Выполнение требования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3AAC5-D4D3-41FD-A290-D51C6DA2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C2213-A7B2-4A78-ACEB-754FE7B9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Объяснение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9C5FE2-4357-4B4A-97E4-FC72EB03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24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3DB86-9B22-4290-A1D3-6A12F56D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Источник информации</a:t>
            </a:r>
          </a:p>
        </p:txBody>
      </p:sp>
    </p:spTree>
    <p:extLst>
      <p:ext uri="{BB962C8B-B14F-4D97-AF65-F5344CB8AC3E}">
        <p14:creationId xmlns:p14="http://schemas.microsoft.com/office/powerpoint/2010/main" val="6719218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818035-1334-458E-924D-6AF2C72BA1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fca750adb4300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CAE62-6F80-4EAA-BAD8-2CCA48A3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ГРАНИЦЫ ПОДТВЕРЖДЕНИЯ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6544D6-B15D-49E5-8DC5-066990CA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подтверждено документацией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7C0FB-B8D0-428D-AEC0-A1D6BDAF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F7A27-92D9-488F-B9C0-35E54A15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18411-F698-40A8-8195-DAD9C39B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08 / 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C3A6E-26F9-4A9C-97A1-0F856A5B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57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Документация hh описывает функции и примеры ответа API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56F3F-6016-4F4E-9AB2-C67936EF876C}"/>
              </a:ext>
            </a:extLst>
          </p:cNvPr>
          <p:cNvGraphicFramePr/>
          <p:nvPr/>
        </p:nvGraphicFramePr>
        <p:xfrm>
          <a:off xmlns:a="http://schemas.openxmlformats.org/drawingml/2006/main" x="504825" y="2181225"/>
          <a:ext xmlns:a="http://schemas.openxmlformats.org/drawingml/2006/main" cx="9686925" cy="2419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10125"/>
                <a:gridCol w="2438400"/>
                <a:gridCol w="2438400"/>
              </a:tblGrid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Возможность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Где выполняется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Статус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Настройка критериев и вопросов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Разбор и доопрос новых откликов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Выдача оценки и ответов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Пример ответа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Получение данных в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Наша интеграция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Нужен тест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Запуск и настройка из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управления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Не подтверждено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0949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5A450-0897-4169-8266-D6A16190BA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c827564f448f8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298ABC-E6C4-4306-A068-E8F72613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ЦЕННОСТЬ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EC344-A5F1-4B51-9C35-AA2F10CE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За что клиент платит Skillaz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3C9B5-FD04-4418-9FE6-4F2D3244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98A13-804B-4102-A35D-0EC0FF75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68523-827D-4772-9636-8086AE84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09 / 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CB112-1F3A-463A-A615-60B12E3D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AE2FE-41FF-482A-A490-DFCD365B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Рядом с откликом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3EA7C-F2D3-4EEE-BF44-77EA4018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Предлагаем показывать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оценку и ответы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 контексте кандидата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вакансии в Skillaz.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DFAD5-FB75-4117-823A-A904C7A9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1A974-A448-4FF9-AB7D-0B61CC48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одном процессе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12295-1A10-4429-AEA7-72B8895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изучает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результат там, где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ведёт подбор и работу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с кандидатом.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6A0B85-0F37-4F4A-B76B-2F6FCF00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1AB03-CE48-434D-B6B6-E6BB7DE7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Меньше рутины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D3F370-9E9F-488A-951C-B519E69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Это может сократить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переходы в hh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ручной перенос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информации.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529C3-8B6E-4C75-A579-FC6C4F60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Ценность Skillaz — использование результатов hh в привычном рабочем процессе.</a:t>
            </a:r>
          </a:p>
        </p:txBody>
      </p:sp>
    </p:spTree>
    <p:extLst>
      <p:ext uri="{BB962C8B-B14F-4D97-AF65-F5344CB8AC3E}">
        <p14:creationId xmlns:p14="http://schemas.microsoft.com/office/powerpoint/2010/main" val="802163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2026-10-16T12:13:57.7870000Z</dcterms:created>
  <dcterms:modified xsi:type="dcterms:W3CDTF">2026-10-16T12:13:57.7870000Z</dcterms:modified>
</coreProperties>
</file>